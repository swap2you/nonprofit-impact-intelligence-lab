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Nonprofit reporting is fragmented, late, and difficult to explain.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Synthetic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8 fictional countries | 6 programs | 240 sites | 24 periods | 23,744+ fact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Generator → quality engine → relational store → FastAPI → Streamlit → exports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Completeness, validity, consistency, uniqueness, timeliness, referential integrity, freshness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Enrollment, outcomes, freshness, quality score, risks, latest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Funding lookup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Safe filters by synthetic funding source, program, site, and country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Analytics / early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Rolling trends, IQR flags, missingness, bounded forecast, diagnostic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Migration /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Matched, mismatched, rejected rows with readiness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Extension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Planned / Extensible: Teams, Slack, WhatsApp, Telegram, Discord; not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0C4BE"/>
                </a:solidFill>
              </a:defRPr>
            </a:pPr>
            <a:r>
              <a:t>Limitations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0F4F8"/>
                </a:solidFill>
              </a:defRPr>
            </a:pPr>
            <a:r>
              <a:t>Synthetic only; add auth, governance, configurable rules, and PostgreSQL tests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AB9C8"/>
                </a:solidFill>
              </a:defRPr>
            </a:pPr>
            <a:r>
              <a:t>Independent synthetic demonstration • no confidential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